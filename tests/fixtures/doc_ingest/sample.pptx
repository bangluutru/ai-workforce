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 (tỷ đồng)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Quý I</c:v>
                </c:pt>
                <c:pt idx="1">
                  <c:v>Quý II</c:v>
                </c:pt>
                <c:pt idx="2">
                  <c:v>Quý III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12.5</c:v>
                </c:pt>
                <c:pt idx="1">
                  <c:v>15.0</c:v>
                </c:pt>
                <c:pt idx="2">
                  <c:v>18.2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Ghi chú diễn giả: nhấn mạnh tiến độ quý 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Ghi chú bảng: đơn giá đã gồm VAT.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Ghi chú kết luận: hạn chót ngày 31 tháng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Báo cáo thử nghiệm định dạng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Nghị định 30/2020/NĐ-CP quy định thể thức văn bản hành chính tại Thành phố Hồ Chí Minh.</a:t>
            </a:r>
          </a:p>
          <a:p>
            <a:r>
              <a:t>Kiểm tra dấu: ấ ầ ẩ ẫ ậ ắ ằ ẳ ẵ ặ ế ề ể ễ ệ ố ồ ổ ỗ ộ ớ ờ ở ỡ ợ ứ ừ ử ữ ự ỳ ỷ ỹ ỵ đ Đ.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Bảng chi phí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Hạng mục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Số lượng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Đơn giá (đồng)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Bút bi xanh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Giấy A4 định lượng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Mực in Canon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Chương 2: Kết luận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2743200" cy="731520"/>
          </a:xfrm>
          <a:prstGeom prst="rect">
            <a:avLst/>
          </a:prstGeom>
        </p:spPr>
      </p:pic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0" y="1463040"/>
          <a:ext cx="45720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Mọi nghĩa vụ thuế thu nhập cá nhân phải được thực hiện đúng hạn.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